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BDSVM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Distributed SVM for Non-IID Federated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Transactions on Intelligent Systems and Technology, 2022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80467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Zhou (Jiaye Zhou)   ·   Research Group Meeting   · 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BDSVM?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1F1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Dual SVM Problems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count hard to control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intensive in distributed settings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exchanging large amounts of sensitive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convergence under Non-IID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BDSVM Solution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constraint: limit to NC centroids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 IRWLS optimization (efficient)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Gram matrices (not raw data)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Non-IID data distribution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BDSVM Dual or Primal?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Confirmed: Primal IRWLS  (not Dual, not Primal-Dual)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743200" cy="2926080"/>
          </a:xfrm>
          <a:prstGeom prst="rect">
            <a:avLst/>
          </a:prstGeom>
          <a:solidFill>
            <a:srgbClr val="F0F4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Dual?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complex in high dimensions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programming is expensive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control support vector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 communicate 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743200" cy="2926080"/>
          </a:xfrm>
          <a:prstGeom prst="rect">
            <a:avLst/>
          </a:prstGeom>
          <a:solidFill>
            <a:srgbClr val="F0F4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solves using...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 IRWLS (Section 2.1)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weight optimization 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linear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dual variables ever computed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2743200" cy="2926080"/>
          </a:xfrm>
          <a:prstGeom prst="rect">
            <a:avLst/>
          </a:prstGeom>
          <a:solidFill>
            <a:srgbClr val="F0F4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confirmed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Govind (May 22):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decided to not use anything related to the Dual space and have a better workaround in the Primal space"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 by Govind (May 22): they decided to not use anything related to the Dual space and have a better workaround in the primal space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1: BDSVM (Centralized)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β⁽⁰⁾ = 0. Randomly generate P pre-image vectors (centroids).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Matrix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444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K̃ = [K|1] where K_{i,j} = k(xᵢ, pⱼ).  Stored once, reused each epoch.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Errors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770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 = yᵢ − ⟨K̃, β⁽ⁿ⁾⟩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60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IRWLS Weights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770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aᵢ = 0 if eᵢyᵢ &lt; 0 ;   aᵢ = 2C / (eᵢyᵢ)  otherwise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Solve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0965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β_new = (K̃ᵀ Dₐ K̃ + K̃ₚ)⁻¹ [K̃ᵀ Dₐ y]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411480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886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+ Repeat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40965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β⁽ⁿ⁺¹⁾ = λ β⁽ⁿ⁾ + (1−λ) β_new  until convergence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BDSVM: Master &amp; Worker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2: Aggregator (Master)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β⁽⁰⁾ = 0, generate seed S, compute K̃ₚ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Broadcast current weights β⁽ⁿ⁾ to all workers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9464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968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Wait T_timeout, receive (Cₘ, dₘ) from each worker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72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Aggregate: β_new = (Σ Cₘ + K̃ₚ)⁻¹ Σ dₘ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21608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Update: β⁽ⁿ⁺¹⁾ = λβ⁽ⁿ⁾ + (1−λ)β_new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25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 convergence criterion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3: Worker 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44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seed S, compute kernel matrix K̃ₘ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993392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Receive β⁽ⁿ⁾, compute errors eₘ = yₘ − ⟨K̃ₘ, β⁽ⁿ⁾⟩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9464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968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IRWLS weights aᵢ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45536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72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Compute: Cₘ = K̃ₘᵀ Dₐ K̃ₘ   dₘ = K̃ₘᵀ Dₐ yₘ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721608"/>
            <a:ext cx="393192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Compress: choose QR or upper-triangle of Cₘ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29768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325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Send (Cₘ, dₘ) back to Aggregator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32004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2618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with seed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K̃ₚ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Broadcast β⁽ⁿ⁾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286000"/>
            <a:ext cx="32004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26334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Cₘ = K̃ₘᵀDₐK̃ₘ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dₘ = K̃ₘᵀDₐyₘ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&amp; send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Send (Cₘ, dₘ)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749040"/>
            <a:ext cx="32004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4096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Σ Cₘ + K̃ₚ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β_new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β⁽ⁿ⁺¹⁾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286000" cy="3931920"/>
          </a:xfrm>
          <a:prstGeom prst="rect">
            <a:avLst/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05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46304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exchanging raw 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exchanging gradients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Exchanging compressed Gram matrices only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compression modes: QR or upper triangle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mechanism for slow workers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↔ Paper Mapping (DSVM.py)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56032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05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960120"/>
            <a:ext cx="192024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07792" y="10058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005840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62456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0817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+ Centroids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362456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40817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2 Line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62456"/>
            <a:ext cx="4206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408176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TakeAction_Master() — seed + np.random.uniform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64792"/>
            <a:ext cx="256032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1051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 weights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1764792"/>
            <a:ext cx="1920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81051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2 Line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764792"/>
            <a:ext cx="4206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810512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comms.broadcast({'weights': model.weights})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167128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12848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errors eₘ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167128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221284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3 Line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167128"/>
            <a:ext cx="4206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212848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KXC @ weights ; e = ytr − 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569464"/>
            <a:ext cx="256032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1518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IRWLS weights aᵢ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2569464"/>
            <a:ext cx="1920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261518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3 Line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569464"/>
            <a:ext cx="4206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615184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2*C/eps ; a[ey&lt;0] = 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971800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01752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 matrix Cₘ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2971800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30175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3 Line 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2971800"/>
            <a:ext cx="4206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017520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 = KXC.T @ (KXC * a)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374136"/>
            <a:ext cx="256032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41985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 Cₘ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34640" y="3374136"/>
            <a:ext cx="1920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341985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3 Line 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374136"/>
            <a:ext cx="4206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419856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 decomp or upper triangle v_triu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776472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82219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 Σ Cₘ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3776472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792" y="382219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2 Line 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776472"/>
            <a:ext cx="4206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822192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KTK = sum(C_reconstruct)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178808"/>
            <a:ext cx="256032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224528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β_new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34640" y="4178808"/>
            <a:ext cx="1920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07792" y="422452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2 Line 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4178808"/>
            <a:ext cx="4206240" cy="402336"/>
          </a:xfrm>
          <a:prstGeom prst="rect">
            <a:avLst/>
          </a:prstGeom>
          <a:solidFill>
            <a:srgbClr val="F0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4224528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new_w = inv(KTK + Kcc) @ KTy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458114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62686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search update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34640" y="4581144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07792" y="46268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 2 Line 8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54880" y="4581144"/>
            <a:ext cx="4206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4626864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model.weights = (1−λ)*old + λ*new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Binary Classification  ·  Digit 0 vs Others  ·  Single-machine simulation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32588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572000" cy="1645920"/>
          </a:xfrm>
          <a:prstGeom prst="rect">
            <a:avLst/>
          </a:prstGeom>
          <a:solidFill>
            <a:srgbClr val="F0F4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26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 (regularization)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1.0  (RBF kernel)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50  (budget vectors / centroids)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Nmaxiter = 5  (IRWLS iterations)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2834640"/>
            <a:ext cx="3474720" cy="164592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3375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single-machine simulation to verify algorithm correctness. True distributed test requires MMLL's Comms layer with multiple worker processes.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Still Need to Clarify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005840"/>
            <a:ext cx="8229600" cy="77724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51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FL Framework — CONFIRMED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MMLL uses its own POM1 framework. Govind confirmed BDSVM is Primal. Paper deliberately avoids Dual space due to high complexity and quadratic programming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93392"/>
            <a:ext cx="8229600" cy="77724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391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Real distributed execution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MMLL Comms object work in practice? What is needed to run DSVM.py with real worker processes across multiple machines?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980944"/>
            <a:ext cx="8229600" cy="77724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266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Parallel vs Gossip / Sync vs Async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364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BDSVM uses synchronous Master-Worker (parallel). How does this compare to Gossip-based or asynchronous FL like COCOA/COCOA+?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68496"/>
            <a:ext cx="109728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968496"/>
            <a:ext cx="8229600" cy="77724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1421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Benchmark comparison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435254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run BDSVM on SDCA datasets (astro-ph, cov1, CCAT) and compare against FDR-SVM, Over-the-Air FL, FedSSL-AMC for the paper.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(May 22)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Primal confirmed (Govind, May 22)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 Framework: MMLL POM1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paper: Convergence + Experiments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today 9am — present findings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69164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SDCA benchmarks (astro-ph, cov1, CCAT)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FDR-SVM, Over-the-Air FL, FedSSL-AMC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Gossip vs Parallel, Sync vs Async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distributed test with MMLL Comms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annotation and documentation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results for INFORMS WDS 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BDSVM</dc:title>
  <dc:subject>PptxGenJS Presentation</dc:subject>
  <dc:creator>Lincoln Zhou (Jiaye Zhou)</dc:creator>
  <cp:lastModifiedBy>Lincoln Zhou (Jiaye Zhou)</cp:lastModifiedBy>
  <cp:revision>1</cp:revision>
  <dcterms:created xsi:type="dcterms:W3CDTF">2026-05-22T11:43:16Z</dcterms:created>
  <dcterms:modified xsi:type="dcterms:W3CDTF">2026-05-22T11:43:16Z</dcterms:modified>
</cp:coreProperties>
</file>